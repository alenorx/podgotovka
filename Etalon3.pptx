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9660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3600" b="1" dirty="0" smtClean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Домодедово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Информационная</a:t>
            </a: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i="1" dirty="0" err="1" smtClean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Расписание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Менеджер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766560" y="1463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66560" y="17556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Иванов А.А.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7744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204825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23408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371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Назначить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Назначение преподавателей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60720" y="4297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u="sng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Смотреть статистику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617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Статистика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Назначение преподавателей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Менеджер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801368"/>
            <a:ext cx="320040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0136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441448"/>
            <a:ext cx="320040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41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/ Время: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081528"/>
            <a:ext cx="320040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815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Пн, 10:40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Преподаватели: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8745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Иванов А.А.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 В.В.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Сидорова Е.К.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Расписание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Менеджер — Статистика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Менеджер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28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Часов проведено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912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Иванов А.А.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28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912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Петров В.В.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28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12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43230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Сидорова Е.К.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28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912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Расписание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b="1" dirty="0" smtClean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</a:t>
            </a:r>
            <a:r>
              <a:rPr lang="en-US" sz="2000" b="1" dirty="0" smtClean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Темы курса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Преподаватель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28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занятия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912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28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 в базы данных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912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05.09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28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 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12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12.09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43230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28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912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2004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03520" y="3447288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4472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83133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работы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b="1" dirty="0" smtClean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</a:t>
            </a:r>
            <a:r>
              <a:rPr lang="en-US" sz="2000" b="1" dirty="0" smtClean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Проверка домашних работ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Преподаватель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46304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463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Комментарий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Козлов И.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7556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Отлично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04825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ru-RU" sz="900" dirty="0" smtClean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</a:t>
            </a:r>
            <a:r>
              <a:rPr lang="en-US" sz="900" dirty="0" err="1" smtClean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розова</a:t>
            </a:r>
            <a:r>
              <a:rPr lang="en-US" sz="900" dirty="0" smtClean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замечания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7240" y="234086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Новиков П.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2340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сдано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71600" y="4251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636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ru-RU" sz="2000" b="1" dirty="0" smtClean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Наставник</a:t>
            </a:r>
            <a:r>
              <a:rPr lang="en-US" sz="2000" b="1" dirty="0" smtClean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Список присутствующих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Преподаватель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528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91200" y="1554480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Присутствие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Козлов И.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528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91200" y="1847088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Морозова А.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28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91200" y="2139696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432304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Новиков П.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28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ИС-21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91200" y="2432304"/>
            <a:ext cx="243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Проверка домашних работ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— Задания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Студент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731520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 сдачи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47088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ДЗ-1: SQL-запросы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сдано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139696"/>
            <a:ext cx="7315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Лаб-2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22.09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1396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Сдано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Отметить присутствие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6360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0" y="42519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4251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Посмотреть расписание и оценки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4636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 smtClean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— Посещение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Студент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8288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Отметить присутствие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Задания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— Расписание и оценки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7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14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Учебная система — Студент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347472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45920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72640" y="1645920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30880" y="1645920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938528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38528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72640" y="1938528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30880" y="1938528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2231136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231136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72640" y="2231136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10:40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30880" y="2231136"/>
            <a:ext cx="1158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45920"/>
            <a:ext cx="3474720" cy="292608"/>
          </a:xfrm>
          <a:prstGeom prst="rect">
            <a:avLst/>
          </a:prstGeom>
          <a:solidFill>
            <a:srgbClr val="E3E8E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45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64592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938528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Базы данных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193852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231136"/>
            <a:ext cx="3474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311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Программирование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2311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0" y="425196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4A90E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Назад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4636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Задания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281</Words>
  <Application>Microsoft Office PowerPoint</Application>
  <PresentationFormat>Экран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Эталон макетов В-1</dc:title>
  <dc:subject>PptxGenJS Presentation</dc:subject>
  <dc:creator>PptxGenJS</dc:creator>
  <cp:lastModifiedBy>admin</cp:lastModifiedBy>
  <cp:revision>2</cp:revision>
  <dcterms:created xsi:type="dcterms:W3CDTF">2026-05-28T09:15:22Z</dcterms:created>
  <dcterms:modified xsi:type="dcterms:W3CDTF">2026-06-16T08:40:00Z</dcterms:modified>
</cp:coreProperties>
</file>