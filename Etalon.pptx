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3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9660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МАКЕТЫ ИНТЕРФЕЙСОВ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Информационная система учебного процесса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Вариант В-1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г.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Менеджер — Расписание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7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9144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Учебная система — Менеджер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463040"/>
            <a:ext cx="7315200" cy="292608"/>
          </a:xfrm>
          <a:prstGeom prst="rect">
            <a:avLst/>
          </a:prstGeom>
          <a:solidFill>
            <a:srgbClr val="E3E8E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630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377440" y="14630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0" y="14630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Группа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0" y="14630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766560" y="14630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Преподаватель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14400" y="1755648"/>
            <a:ext cx="7315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75564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Пн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77440" y="175564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9:00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0" y="175564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ИС-21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03520" y="175564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Базы данных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66560" y="175564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Иванов А.А.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14400" y="2048256"/>
            <a:ext cx="7315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04825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Пн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377440" y="204825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10:40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40480" y="204825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ИС-21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03520" y="204825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Программирование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66560" y="204825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14400" y="2340864"/>
            <a:ext cx="7315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234086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377440" y="234086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9:00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40480" y="234086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ИС-22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03520" y="234086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Сети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66560" y="234086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Петров В.В.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371600" y="425196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71600" y="4251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Назначить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97280" y="463600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Назначение преподавателей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60720" y="4297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Смотреть статистику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0" y="4617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Статистика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Менеджер — Назначение преподавателей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7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9144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Учебная система — Менеджер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Группа: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1801368"/>
            <a:ext cx="3200400" cy="292608"/>
          </a:xfrm>
          <a:prstGeom prst="rect">
            <a:avLst/>
          </a:prstGeom>
          <a:solidFill>
            <a:srgbClr val="F0F2F5"/>
          </a:solidFill>
          <a:ln w="12700">
            <a:solidFill>
              <a:srgbClr val="B0B7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0136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ИС-21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21945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Предмет: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2441448"/>
            <a:ext cx="3200400" cy="292608"/>
          </a:xfrm>
          <a:prstGeom prst="rect">
            <a:avLst/>
          </a:prstGeom>
          <a:solidFill>
            <a:srgbClr val="F0F2F5"/>
          </a:solidFill>
          <a:ln w="12700">
            <a:solidFill>
              <a:srgbClr val="B0B7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44144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Программирование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28346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/ Время: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081528"/>
            <a:ext cx="3200400" cy="292608"/>
          </a:xfrm>
          <a:prstGeom prst="rect">
            <a:avLst/>
          </a:prstGeom>
          <a:solidFill>
            <a:srgbClr val="F0F2F5"/>
          </a:solidFill>
          <a:ln w="12700">
            <a:solidFill>
              <a:srgbClr val="B0B7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08152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Пн, 10:40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0" y="15544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Преподаватели: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801368"/>
            <a:ext cx="3200400" cy="1371600"/>
          </a:xfrm>
          <a:prstGeom prst="rect">
            <a:avLst/>
          </a:prstGeom>
          <a:solidFill>
            <a:srgbClr val="F0F2F5"/>
          </a:solidFill>
          <a:ln w="12700">
            <a:solidFill>
              <a:srgbClr val="B0B7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87452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Иванов А.А.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Петров В.В.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Сидорова Е.К.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0" y="425196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4251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Назад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463600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Расписание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Менеджер — Статистика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7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9144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Учебная система — Менеджер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7315200" cy="292608"/>
          </a:xfrm>
          <a:prstGeom prst="rect">
            <a:avLst/>
          </a:prstGeom>
          <a:solidFill>
            <a:srgbClr val="E3E8E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54480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Преподаватель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52800" y="1554480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Часов проведено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91200" y="1554480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14400" y="1847088"/>
            <a:ext cx="7315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47088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Иванов А.А.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52800" y="1847088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91200" y="1847088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0" y="2139696"/>
            <a:ext cx="7315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139696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Петров В.В.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52800" y="2139696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91200" y="2139696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14400" y="2432304"/>
            <a:ext cx="7315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432304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Сидорова Е.К.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52800" y="2432304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91200" y="2432304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0" y="425196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4251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Назад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463600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Расписание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Преподаватель — Темы курса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7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9144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Учебная система — Преподаватель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7315200" cy="292608"/>
          </a:xfrm>
          <a:prstGeom prst="rect">
            <a:avLst/>
          </a:prstGeom>
          <a:solidFill>
            <a:srgbClr val="E3E8E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54480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52800" y="1554480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занятия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91200" y="1554480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Дата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14400" y="1847088"/>
            <a:ext cx="7315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47088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52800" y="1847088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Введение в базы данных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91200" y="1847088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05.09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0" y="2139696"/>
            <a:ext cx="7315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139696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52800" y="2139696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Язык SQL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91200" y="2139696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12.09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14400" y="2432304"/>
            <a:ext cx="7315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432304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52800" y="2432304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Нормализация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91200" y="2432304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19.09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32004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Новая тема: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4400" y="3447288"/>
            <a:ext cx="4114800" cy="292608"/>
          </a:xfrm>
          <a:prstGeom prst="rect">
            <a:avLst/>
          </a:prstGeom>
          <a:solidFill>
            <a:srgbClr val="F0F2F5"/>
          </a:solidFill>
          <a:ln w="12700">
            <a:solidFill>
              <a:srgbClr val="B0B7C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0" y="3447288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344728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Добавить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3831336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0" y="425196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0" y="4251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 работы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83280" y="463600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Проверка домашних работ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Преподаватель — Проверка домашних работ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7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9144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Учебная система — Преподаватель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463040"/>
            <a:ext cx="7315200" cy="292608"/>
          </a:xfrm>
          <a:prstGeom prst="rect">
            <a:avLst/>
          </a:prstGeom>
          <a:solidFill>
            <a:srgbClr val="E3E8E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630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0" y="14630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0" y="14630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14630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Комментарий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1755648"/>
            <a:ext cx="7315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7556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Козлов И.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0" y="17556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ДЗ-1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17556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0" y="17556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Отлично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2048256"/>
            <a:ext cx="7315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0482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Морозова А.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0" y="20482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ДЗ-1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0" y="20482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20482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замечания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14400" y="2340864"/>
            <a:ext cx="7315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234086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Новиков П.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0" y="234086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ДЗ-1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0" y="234086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0" y="234086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сдано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371600" y="425196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0" y="4251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Список присутствующих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7280" y="463600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Список присутствующих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760720" y="425196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0" y="4251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Назад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0" y="463600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Темы курса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Преподаватель — Список присутствующих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7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9144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Учебная система — Преподаватель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7315200" cy="292608"/>
          </a:xfrm>
          <a:prstGeom prst="rect">
            <a:avLst/>
          </a:prstGeom>
          <a:solidFill>
            <a:srgbClr val="E3E8E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54480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52800" y="1554480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Группа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91200" y="1554480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Присутствие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14400" y="1847088"/>
            <a:ext cx="7315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47088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Козлов И.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52800" y="1847088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ИС-21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91200" y="1847088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0" y="2139696"/>
            <a:ext cx="7315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139696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Морозова А.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52800" y="2139696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ИС-21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91200" y="2139696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14400" y="2432304"/>
            <a:ext cx="7315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432304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Новиков П.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52800" y="2432304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ИС-21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91200" y="2432304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0" y="425196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4251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Назад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463600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Проверка домашних работ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 — Задания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7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9144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Учебная система — Студент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7315200" cy="292608"/>
          </a:xfrm>
          <a:prstGeom prst="rect">
            <a:avLst/>
          </a:prstGeom>
          <a:solidFill>
            <a:srgbClr val="E3E8E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54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0" y="1554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Задание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0" y="1554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 сдачи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1554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1847088"/>
            <a:ext cx="7315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470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Базы данных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0" y="18470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ДЗ-1: SQL-запросы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18470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20.09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0" y="18470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сдано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2139696"/>
            <a:ext cx="7315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13969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Программирование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0" y="213969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Лаб-2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0" y="213969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22.09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213969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Сдано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280160" y="4251960"/>
            <a:ext cx="1920240" cy="365760"/>
          </a:xfrm>
          <a:prstGeom prst="roundRect">
            <a:avLst>
              <a:gd name="adj" fmla="val 15000"/>
            </a:avLst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4251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Отметить присутствие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463600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Посещение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0" y="4251960"/>
            <a:ext cx="2286000" cy="365760"/>
          </a:xfrm>
          <a:prstGeom prst="roundRect">
            <a:avLst>
              <a:gd name="adj" fmla="val 15000"/>
            </a:avLst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4251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Посмотреть расписание и оценки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463600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Расписание и оценки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 — Посещение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7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9144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Учебная система — Студент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182880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828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Отметить присутствие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 отмечены на занятии «Базы данных» (Пн, 9:00)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0" y="425196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4251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Назад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463600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Задания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 — Расписание и оценки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7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9144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Учебная система — Студент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Расписание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1645920"/>
            <a:ext cx="3474720" cy="292608"/>
          </a:xfrm>
          <a:prstGeom prst="rect">
            <a:avLst/>
          </a:prstGeom>
          <a:solidFill>
            <a:srgbClr val="E3E8E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45920"/>
            <a:ext cx="115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72640" y="1645920"/>
            <a:ext cx="115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30880" y="1645920"/>
            <a:ext cx="115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1938528"/>
            <a:ext cx="34747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938528"/>
            <a:ext cx="115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Пн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72640" y="1938528"/>
            <a:ext cx="115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9:00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30880" y="1938528"/>
            <a:ext cx="115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Базы данных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4400" y="2231136"/>
            <a:ext cx="34747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231136"/>
            <a:ext cx="115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72640" y="2231136"/>
            <a:ext cx="115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10:40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30880" y="2231136"/>
            <a:ext cx="115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Сети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14173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645920"/>
            <a:ext cx="3474720" cy="292608"/>
          </a:xfrm>
          <a:prstGeom prst="rect">
            <a:avLst/>
          </a:prstGeom>
          <a:solidFill>
            <a:srgbClr val="E3E8E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64592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92240" y="164592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1938528"/>
            <a:ext cx="34747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93852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Базы данных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92240" y="193852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2231136"/>
            <a:ext cx="34747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23113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Программирование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92240" y="223113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0" y="425196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0" y="4251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Назад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83280" y="463600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Задания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341</Words>
  <Application>Microsoft Macintosh PowerPoint</Application>
  <PresentationFormat>Экран (16:9)</PresentationFormat>
  <Paragraphs>171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Эталон макетов В-1</dc:title>
  <dc:subject>PptxGenJS Presentation</dc:subject>
  <dc:creator>PptxGenJS</dc:creator>
  <cp:lastModifiedBy>Слава</cp:lastModifiedBy>
  <cp:revision>1</cp:revision>
  <dcterms:created xsi:type="dcterms:W3CDTF">2026-05-28T09:15:22Z</dcterms:created>
  <dcterms:modified xsi:type="dcterms:W3CDTF">2026-05-28T09:22:35Z</dcterms:modified>
</cp:coreProperties>
</file>